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9"/>
  </p:normalViewPr>
  <p:slideViewPr>
    <p:cSldViewPr snapToGrid="0" snapToObjects="1">
      <p:cViewPr varScale="1">
        <p:scale>
          <a:sx n="106" d="100"/>
          <a:sy n="106" d="100"/>
        </p:scale>
        <p:origin x="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8412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dirty="0">
                <a:solidFill>
                  <a:srgbClr val="F4A261"/>
                </a:solidFill>
                <a:latin typeface="Calibri"/>
              </a:rPr>
              <a:t>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>
                <a:solidFill>
                  <a:srgbClr val="CCBBAA"/>
                </a:solidFill>
                <a:latin typeface="Calibri"/>
              </a:rPr>
              <a:t>Rent Anything from Your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998877"/>
                </a:solidFill>
                <a:latin typeface="Calibri"/>
              </a:rPr>
              <a:t>A peer-to-peer rental marketplace built for township &amp; urban communities in South Africa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0"/>
            <a:ext cx="164592" cy="685800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208"/>
                </a:solidFill>
                <a:latin typeface="Calibri"/>
              </a:rPr>
              <a:t>Why ShareSpace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65176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  <a:latin typeface="Calibri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208"/>
                </a:solidFill>
                <a:latin typeface="Calibri"/>
              </a:rPr>
              <a:t>Tools sit 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Most households own drills, mixers &amp; mowers used only a few days a year — money locked up in storage.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459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645920"/>
            <a:ext cx="265176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  <a:latin typeface="Calibri"/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208"/>
                </a:solidFill>
                <a:latin typeface="Calibri"/>
              </a:rPr>
              <a:t>High rental costs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260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Traditional hire shops charge premium prices, excluding low-income communities from access.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6459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645920"/>
            <a:ext cx="265176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  <a:latin typeface="Calibri"/>
              </a:rPr>
              <a:t>🏘️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208"/>
                </a:solidFill>
                <a:latin typeface="Calibri"/>
              </a:rPr>
              <a:t>No local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No trusted, community-focused marketplace exists for neighbours to rent from neighbours.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64592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645920"/>
            <a:ext cx="265176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1783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1208"/>
                </a:solidFill>
                <a:latin typeface="Calibri"/>
              </a:rPr>
              <a:t>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377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208"/>
                </a:solidFill>
                <a:latin typeface="Calibri"/>
              </a:rPr>
              <a:t>Access barriers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92608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People must travel far to hire equipment — inconvenient and expensive in township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 community-first
rental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BBAA"/>
                </a:solidFill>
                <a:latin typeface="Calibri"/>
              </a:rPr>
              <a:t>ShareSpace connects community members who have equipment, furniture, tools, and gear with neighbours who need them — at fair prices, with zero middlemen.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640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Platform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📋  Browse &amp; Filter 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📸  Photo Uploads &amp; Descriptions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9689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📅  Availability Booking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5526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⭐  Reviews &amp;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13631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💬  In-app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🛡️  Admin Moderation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303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❤️  Wishlist / Save Listings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8887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👤  User Dashboard &amp;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208"/>
                </a:solidFill>
                <a:latin typeface="Calibri"/>
              </a:rPr>
              <a:t>Three Simple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554480"/>
            <a:ext cx="1188720" cy="11887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572768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530A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A1208"/>
                </a:solidFill>
                <a:latin typeface="Calibri"/>
              </a:rPr>
              <a:t>List Your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6B5C4A"/>
                </a:solidFill>
                <a:latin typeface="Calibri"/>
              </a:rPr>
              <a:t>Take a photo, write a description, set your daily price and availability. Live in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1188720" cy="11887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572768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920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530A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971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A1208"/>
                </a:solidFill>
                <a:latin typeface="Calibri"/>
              </a:rPr>
              <a:t>Browse &amp;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5661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6B5C4A"/>
                </a:solidFill>
                <a:latin typeface="Calibri"/>
              </a:rPr>
              <a:t>Search by category, location, or keyword. Request the item and message the owner directly.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554480"/>
            <a:ext cx="1188720" cy="11887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1572768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71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A1208"/>
                </a:solidFill>
                <a:latin typeface="Calibri"/>
              </a:rPr>
              <a:t>Rent &amp;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6B5C4A"/>
                </a:solidFill>
                <a:latin typeface="Calibri"/>
              </a:rPr>
              <a:t>Collect the item, use it, return it. Leave a review to build community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MARKETPLACE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What Can You Rent?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743200" cy="457200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Tools &amp; Equipment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Power drills &amp; angle grinders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Cement mixers &amp; scaffolding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Pressure washers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4A261"/>
                </a:solidFill>
                <a:latin typeface="Calibri"/>
              </a:rPr>
              <a:t>💰 R65–R300/day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743200" cy="457200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74320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Furniture &amp; Chairs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346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Plastic chairs (30-pack)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Folding tables (10-pack)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Party tents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4A261"/>
                </a:solidFill>
                <a:latin typeface="Calibri"/>
              </a:rPr>
              <a:t>💰 R120–R350/day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43200" cy="457200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Electronics &amp; Sound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PA systems &amp; speakers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DJ controllers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Projectors &amp; screens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4A261"/>
                </a:solidFill>
                <a:latin typeface="Calibri"/>
              </a:rPr>
              <a:t>💰 R120–R400/day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54480"/>
            <a:ext cx="2743200" cy="457200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743200" cy="5029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240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Gardening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8346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Petrol lawn mowers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Hedge trimmers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✦  Garden chippers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F4A261"/>
                </a:solidFill>
                <a:latin typeface="Calibri"/>
              </a:rPr>
              <a:t>💰 R55–R130/day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TARGET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208"/>
                </a:solidFill>
                <a:latin typeface="Calibri"/>
              </a:rPr>
              <a:t>Who We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73152" cy="10972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208"/>
                </a:solidFill>
                <a:latin typeface="Calibri"/>
              </a:rPr>
              <a:t>🏘️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64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Township Communities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Soweto, Alexandra, Khayelitsha, Diepsloot, Mitchells Plain — high-density areas where sharing is already cultural.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73152" cy="10972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208"/>
                </a:solidFill>
                <a:latin typeface="Calibri"/>
              </a:rPr>
              <a:t>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98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DIY Homeowners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1927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People doing renovations, painting, or maintenance who need a drill once — not a permanent purchase.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73152" cy="10972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208"/>
                </a:solidFill>
                <a:latin typeface="Calibri"/>
              </a:rPr>
              <a:t>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330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Event Organisers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5371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Small-scale caterers, party organisers, and community event planners needing chairs, tents, and sound 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74552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73152" cy="10972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532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208"/>
                </a:solidFill>
                <a:latin typeface="Calibri"/>
              </a:rPr>
              <a:t>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675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Side-income Earners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8815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B5C4A"/>
                </a:solidFill>
                <a:latin typeface="Calibri"/>
              </a:rPr>
              <a:t>Individuals who own assets and want to monetise them between personal 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How ShareSpace Makes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219456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21945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💳  Service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BBAA"/>
                </a:solidFill>
                <a:latin typeface="Calibri"/>
              </a:rPr>
              <a:t>A small percentage fee charged per completed rental transaction — paid by the renter at checkout.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0" cy="219456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73152" cy="21945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⭐  Premium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560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BBAA"/>
                </a:solidFill>
                <a:latin typeface="Calibri"/>
              </a:rPr>
              <a:t>Featured / promoted listing slots for owners who want higher visibility in search results.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5486400" cy="219456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73152" cy="21945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🛡️  Trust &amp; 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BBAA"/>
                </a:solidFill>
                <a:latin typeface="Calibri"/>
              </a:rPr>
              <a:t>Optional insurance or damage-waiver add-on per booking for peace of mind.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297680"/>
            <a:ext cx="5486400" cy="219456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4297680"/>
            <a:ext cx="73152" cy="21945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🏢  B2B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CBBAA"/>
                </a:solidFill>
                <a:latin typeface="Calibri"/>
              </a:rPr>
              <a:t>Bulk-rental agreements with schools, churches, and community organisations.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208"/>
                </a:solidFill>
                <a:latin typeface="Calibri"/>
              </a:rPr>
              <a:t>Built With &amp; Hosted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32004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HTML5 + CSS3 (custom design system)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JavaScript (vanilla, no framework)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Google Fonts — Syne &amp; DM Sans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Responsive mobile-friendly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5448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743200" cy="32004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572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PHP 8.3 (PDO, sessions, file uploads)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MySQL 8 with full relational schema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Bcrypt password hashing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Transactional cascade deletes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32004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572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MAMP for local development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InfinityFree for live production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FTP deployment via lftp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phpMyAdmin for DB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554480"/>
            <a:ext cx="27432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554480"/>
            <a:ext cx="2743200" cy="32004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011680"/>
            <a:ext cx="25146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Prepared statements (SQL injection safe)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htmlspecialchars() output escaping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Role-based access (admin / user)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1A1208"/>
                </a:solidFill>
                <a:latin typeface="Calibri"/>
              </a:rPr>
              <a:t>▸  Session-based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TRACTION &amp;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Where We Are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560320" cy="201168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D4530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BBAA"/>
                </a:solidFill>
                <a:latin typeface="Calibri"/>
              </a:rPr>
              <a:t>Demo Listings
Across 4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508760"/>
            <a:ext cx="2560320" cy="201168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D4530A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BBAA"/>
                </a:solidFill>
                <a:latin typeface="Calibri"/>
              </a:rPr>
              <a:t>Registered
Demo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560320" cy="201168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D4530A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BBAA"/>
                </a:solidFill>
                <a:latin typeface="Calibri"/>
              </a:rPr>
              <a:t>Live Rental
Bookings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508760"/>
            <a:ext cx="2560320" cy="201168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15544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D4530A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06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BBAA"/>
                </a:solidFill>
                <a:latin typeface="Calibri"/>
              </a:rPr>
              <a:t>Features
Fully 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  <a:latin typeface="Calibri"/>
              </a:rPr>
              <a:t>Live site: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sharespace.infinityfreeapp.com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FFFFFF"/>
                </a:solidFill>
                <a:latin typeface="Calibri"/>
              </a:rPr>
              <a:t>✅  User registration &amp; login with role-based access</a:t>
            </a:r>
          </a:p>
          <a:p>
            <a:pPr algn="l"/>
            <a:r>
              <a:rPr sz="1350">
                <a:solidFill>
                  <a:srgbClr val="CCBBAA"/>
                </a:solidFill>
                <a:latin typeface="Calibri"/>
              </a:rPr>
              <a:t>✅  List, edit, delete items with photo upload</a:t>
            </a:r>
          </a:p>
          <a:p>
            <a:pPr algn="l"/>
            <a:r>
              <a:rPr sz="1350">
                <a:solidFill>
                  <a:srgbClr val="FFFFFF"/>
                </a:solidFill>
                <a:latin typeface="Calibri"/>
              </a:rPr>
              <a:t>✅  Browse, filter, and wishlist listings</a:t>
            </a:r>
          </a:p>
          <a:p>
            <a:pPr algn="l"/>
            <a:r>
              <a:rPr sz="1350">
                <a:solidFill>
                  <a:srgbClr val="CCBBAA"/>
                </a:solidFill>
                <a:latin typeface="Calibri"/>
              </a:rPr>
              <a:t>✅  Full rental booking flow with status tracking</a:t>
            </a:r>
          </a:p>
          <a:p>
            <a:pPr algn="l"/>
            <a:r>
              <a:rPr sz="1350">
                <a:solidFill>
                  <a:srgbClr val="FFFFFF"/>
                </a:solidFill>
                <a:latin typeface="Calibri"/>
              </a:rPr>
              <a:t>✅  In-app messaging between renters and owners</a:t>
            </a:r>
          </a:p>
          <a:p>
            <a:pPr algn="l"/>
            <a:r>
              <a:rPr sz="1350">
                <a:solidFill>
                  <a:srgbClr val="CCBBAA"/>
                </a:solidFill>
                <a:latin typeface="Calibri"/>
              </a:rPr>
              <a:t>✅  Reviews and ratings after completed rentals</a:t>
            </a:r>
          </a:p>
          <a:p>
            <a:pPr algn="l"/>
            <a:r>
              <a:rPr sz="1350">
                <a:solidFill>
                  <a:srgbClr val="FFFFFF"/>
                </a:solidFill>
                <a:latin typeface="Calibri"/>
              </a:rPr>
              <a:t>✅  Admin panel — users, listings, rentals management</a:t>
            </a:r>
          </a:p>
          <a:p>
            <a:pPr algn="l"/>
            <a:r>
              <a:rPr sz="1350">
                <a:solidFill>
                  <a:srgbClr val="CCBBAA"/>
                </a:solidFill>
                <a:latin typeface="Calibri"/>
              </a:rPr>
              <a:t>✅  Cascade-safe deletes with inbox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4530A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208"/>
                </a:solidFill>
                <a:latin typeface="Calibri"/>
              </a:rPr>
              <a:t>What's Next for ShareSpace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600200"/>
            <a:ext cx="365760" cy="3657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20240" y="1737360"/>
            <a:ext cx="1371600" cy="7315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2743200" cy="4114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756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1
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MVP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Full web platform deployed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20 seed listings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Core rental flow working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00200"/>
            <a:ext cx="365760" cy="3657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1737360"/>
            <a:ext cx="1371600" cy="7315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20574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2057400"/>
            <a:ext cx="2743200" cy="4114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0756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
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546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Yoco / PayFast payments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SMS/email notifications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Mobile PWA 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600200"/>
            <a:ext cx="365760" cy="3657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1737360"/>
            <a:ext cx="1371600" cy="73152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0574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057400"/>
            <a:ext cx="2743200" cy="4114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20756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3
Q1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546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Android &amp; iOS native apps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Geo-location search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Community group hubs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1600200"/>
            <a:ext cx="365760" cy="36576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44000" y="2057400"/>
            <a:ext cx="27432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44000" y="2057400"/>
            <a:ext cx="2743200" cy="41148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20756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
Q3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208"/>
                </a:solidFill>
                <a:latin typeface="Calibri"/>
              </a:rPr>
              <a:t>Monetise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15468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Subscription plans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B2B bulk rentals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6B5C4A"/>
                </a:solidFill>
                <a:latin typeface="Calibri"/>
              </a:rPr>
              <a:t>▸  Insurance partnerships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Join the
ShareSpace
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We're looking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CCBBAA"/>
                </a:solidFill>
                <a:latin typeface="Calibri"/>
              </a:rPr>
              <a:t>🎓  Academic feedback &amp; mentorship from lecturers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CCBBAA"/>
                </a:solidFill>
                <a:latin typeface="Calibri"/>
              </a:rPr>
              <a:t>💡  Early adopters to list their first item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CCBBAA"/>
                </a:solidFill>
                <a:latin typeface="Calibri"/>
              </a:rPr>
              <a:t>💰  Seed investment to accelerate mobile development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CCBBAA"/>
                </a:solidFill>
                <a:latin typeface="Calibri"/>
              </a:rPr>
              <a:t>🤝  Community partners in Soweto &amp; Cape Town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097280"/>
            <a:ext cx="4873752" cy="4389120"/>
          </a:xfrm>
          <a:prstGeom prst="rect">
            <a:avLst/>
          </a:prstGeom>
          <a:solidFill>
            <a:srgbClr val="261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0" y="1097280"/>
            <a:ext cx="91440" cy="4389120"/>
          </a:xfrm>
          <a:prstGeom prst="rect">
            <a:avLst/>
          </a:prstGeom>
          <a:solidFill>
            <a:srgbClr val="D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371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A261"/>
                </a:solidFill>
                <a:latin typeface="Calibri"/>
              </a:rPr>
              <a:t>Get In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8877"/>
                </a:solidFill>
                <a:latin typeface="Calibri"/>
              </a:rPr>
              <a:t>🌐  Live Site: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sharespace.infinityfreeapp.com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898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8877"/>
                </a:solidFill>
                <a:latin typeface="Calibri"/>
              </a:rPr>
              <a:t>📧  Email: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986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hpotgieter0310@gmail.com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6484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8877"/>
                </a:solidFill>
                <a:latin typeface="Calibri"/>
              </a:rPr>
              <a:t>📱  Built by: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6484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Heinrich Potgieter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3982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8877"/>
                </a:solidFill>
                <a:latin typeface="Calibri"/>
              </a:rPr>
              <a:t>🎓  Project: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98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Web Development — Final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874</Words>
  <Application>Microsoft Macintosh PowerPoint</Application>
  <PresentationFormat>Custom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Citadene Technologies</cp:lastModifiedBy>
  <cp:revision>2</cp:revision>
  <dcterms:created xsi:type="dcterms:W3CDTF">2013-01-27T09:14:16Z</dcterms:created>
  <dcterms:modified xsi:type="dcterms:W3CDTF">2026-05-20T18:33:43Z</dcterms:modified>
  <cp:category/>
</cp:coreProperties>
</file>